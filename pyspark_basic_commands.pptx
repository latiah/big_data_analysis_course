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95"/>
  </p:normalViewPr>
  <p:slideViewPr>
    <p:cSldViewPr snapToGrid="0" snapToObjects="1">
      <p:cViewPr varScale="1">
        <p:scale>
          <a:sx n="103" d="100"/>
          <a:sy n="103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pyspark.sql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spark =</a:t>
            </a:r>
            <a:r>
              <a:rPr lang="en-R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builder.appName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MyApp</a:t>
            </a:r>
            <a:r>
              <a:rPr lang="en-R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.master('local[*]</a:t>
            </a:r>
            <a:r>
              <a:rPr lang="en-R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getOrCreate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spark.sparkContext</a:t>
            </a:r>
            <a:endParaRPr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Loading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40116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spark.read.csv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file.csv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', header=True,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inferSchema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Parquet 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spark.read.parquet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file.parquet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spark.read.json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file.json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Inspecting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df.show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df.printSchema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().show()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df.count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Selection &amp;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df.select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('col1', 'col2').show()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df.filter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(col('col1') &gt; 100).show()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df.filter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('col1 &gt; 100 AND col2 &lt; 50').show()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&amp;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neighbourhood_group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').mean('price').show()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neighbourhood_group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({'price': 'sum'}).show()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df.orderBy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('price').show()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df.orderBy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(col('price').desc()).show()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Adding/Transforming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df.withColumn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 col('price')*1.1)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df.withColumn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('constant', lit(100))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df.withColumn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price_rounded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', round(col('price'), 2))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df.na.drop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().show()</a:t>
            </a:r>
          </a:p>
          <a:p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df.na.fill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({'price': 0, 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neighbourhood_group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': 'Unknown'}).show()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Joining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df1.join(df2, on='id', how='inner').show()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Saving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df.write.csv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output.csv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', header=True)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df.write.parquet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output.parquet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df.write.json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output.json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344</Words>
  <Application>Microsoft Macintosh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SparkSession &amp; Context</vt:lpstr>
      <vt:lpstr>Loading Data</vt:lpstr>
      <vt:lpstr>Inspecting Data</vt:lpstr>
      <vt:lpstr>Selection &amp; Filtering</vt:lpstr>
      <vt:lpstr>GroupBy &amp; Aggregation</vt:lpstr>
      <vt:lpstr>Sorting</vt:lpstr>
      <vt:lpstr>Adding/Transforming Columns</vt:lpstr>
      <vt:lpstr>Handling Missing Data</vt:lpstr>
      <vt:lpstr>Joining DataFrames</vt:lpstr>
      <vt:lpstr>Saving Data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Logamou Seknewna Lema</cp:lastModifiedBy>
  <cp:revision>2</cp:revision>
  <dcterms:created xsi:type="dcterms:W3CDTF">2013-01-27T09:14:16Z</dcterms:created>
  <dcterms:modified xsi:type="dcterms:W3CDTF">2025-11-12T07:13:31Z</dcterms:modified>
  <cp:category/>
</cp:coreProperties>
</file>